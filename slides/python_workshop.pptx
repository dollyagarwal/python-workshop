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4" r:id="rId4"/>
    <p:sldId id="257" r:id="rId5"/>
    <p:sldId id="258" r:id="rId6"/>
    <p:sldId id="259" r:id="rId7"/>
    <p:sldId id="260" r:id="rId8"/>
    <p:sldId id="261" r:id="rId9"/>
    <p:sldId id="262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4378A-8E91-4CD2-9842-FD67C8AC0F83}" type="datetimeFigureOut">
              <a:rPr lang="en-SG" smtClean="0"/>
              <a:t>8/12/2025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69D7E-2254-4841-A5FA-2126842E554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87511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dirty="0"/>
              <a:t>name = 'Team'</a:t>
            </a:r>
          </a:p>
          <a:p>
            <a:pPr fontAlgn="t"/>
            <a:endParaRPr lang="en-US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42121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42461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SG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92102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endParaRPr lang="en-SG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58034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SG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9896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SG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69D7E-2254-4841-A5FA-2126842E5548}" type="slidenum">
              <a:rPr lang="en-SG" smtClean="0"/>
              <a:t>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72395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FA5840-D5D0-834F-A84B-4D22799A283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227513" y="63500"/>
            <a:ext cx="7175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SC-Restricted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1EAD4D-DE34-A701-CC24-DFBACB945B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227513" y="6642100"/>
            <a:ext cx="7175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SC-Restricted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Workshop</a:t>
            </a:r>
            <a:endParaRPr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515C33-BF0A-9B7A-C6EF-090F773655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5353-B181-BC4C-2F6D-0DEA0CFB6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1EAAC-E41E-FDE6-C6DE-A517E00EA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Adopt Python syntax &amp; conventions quickly</a:t>
            </a:r>
          </a:p>
          <a:p>
            <a:r>
              <a:rPr lang="en-SG" dirty="0"/>
              <a:t>Write Pythonic, readable code</a:t>
            </a:r>
          </a:p>
          <a:p>
            <a:r>
              <a:rPr lang="en-SG" dirty="0"/>
              <a:t>Handle data &amp; files effectively</a:t>
            </a:r>
          </a:p>
          <a:p>
            <a:r>
              <a:rPr lang="en-SG" dirty="0"/>
              <a:t>Use OOP, types, and tooling pragmatically</a:t>
            </a:r>
          </a:p>
        </p:txBody>
      </p:sp>
    </p:spTree>
    <p:extLst>
      <p:ext uri="{BB962C8B-B14F-4D97-AF65-F5344CB8AC3E}">
        <p14:creationId xmlns:p14="http://schemas.microsoft.com/office/powerpoint/2010/main" val="2243631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135A8-E824-95DA-95CA-7FB65DC7A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7422F-3AFC-1825-012B-34DCD7C31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Intro &amp; mindset</a:t>
            </a:r>
          </a:p>
          <a:p>
            <a:r>
              <a:rPr lang="en-SG" dirty="0"/>
              <a:t>Syntax essentials</a:t>
            </a:r>
          </a:p>
          <a:p>
            <a:r>
              <a:rPr lang="en-SG" dirty="0"/>
              <a:t>Pythonic idioms</a:t>
            </a:r>
          </a:p>
          <a:p>
            <a:r>
              <a:rPr lang="en-SG" dirty="0"/>
              <a:t>Data handling &amp; I/O </a:t>
            </a:r>
          </a:p>
          <a:p>
            <a:r>
              <a:rPr lang="en-SG" dirty="0"/>
              <a:t>OOP &amp; advanced</a:t>
            </a:r>
          </a:p>
          <a:p>
            <a:r>
              <a:rPr lang="en-SG" dirty="0"/>
              <a:t>Tooling &amp; wrap-up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57933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BB9EE-78C2-B45E-1E32-B4683F0A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b="0" i="0" dirty="0">
                <a:effectLst/>
                <a:latin typeface="Segoe UI" panose="020B0502040204020203" pitchFamily="34" charset="0"/>
              </a:rPr>
              <a:t>Introduction &amp; Python Mindset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A4EC4-27C9-BFF2-AA6C-6A1CD16BE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typing &amp; duck typing</a:t>
            </a:r>
          </a:p>
          <a:p>
            <a:r>
              <a:rPr lang="en-US" dirty="0"/>
              <a:t>Indentation defines blocks</a:t>
            </a:r>
          </a:p>
          <a:p>
            <a:r>
              <a:rPr lang="en-US" dirty="0"/>
              <a:t>Batteries included: rich </a:t>
            </a:r>
            <a:r>
              <a:rPr lang="en-US" dirty="0" err="1"/>
              <a:t>stdlib</a:t>
            </a:r>
            <a:endParaRPr lang="en-US" dirty="0"/>
          </a:p>
          <a:p>
            <a:r>
              <a:rPr lang="en-US" dirty="0"/>
              <a:t>Prefer readability &amp; simplicity</a:t>
            </a:r>
          </a:p>
        </p:txBody>
      </p:sp>
    </p:spTree>
    <p:extLst>
      <p:ext uri="{BB962C8B-B14F-4D97-AF65-F5344CB8AC3E}">
        <p14:creationId xmlns:p14="http://schemas.microsoft.com/office/powerpoint/2010/main" val="576085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AB7A1-8084-4BD8-CE05-4C831E7EA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81854-32F7-A49C-29E3-B1DB67C57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Variables, expressions, f-strings</a:t>
            </a:r>
          </a:p>
          <a:p>
            <a:r>
              <a:rPr lang="en-US" dirty="0"/>
              <a:t>Control flow: if/for/while</a:t>
            </a:r>
          </a:p>
          <a:p>
            <a:r>
              <a:rPr lang="en-US" dirty="0"/>
              <a:t>Functions: defaults, keywords</a:t>
            </a:r>
          </a:p>
          <a:p>
            <a:r>
              <a:rPr lang="en-US" dirty="0"/>
              <a:t>Exceptions: try/except/else/finally</a:t>
            </a:r>
          </a:p>
        </p:txBody>
      </p:sp>
    </p:spTree>
    <p:extLst>
      <p:ext uri="{BB962C8B-B14F-4D97-AF65-F5344CB8AC3E}">
        <p14:creationId xmlns:p14="http://schemas.microsoft.com/office/powerpoint/2010/main" val="3793643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C8FF-D82B-1F36-F712-B932A755F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b="0" i="0" dirty="0">
                <a:effectLst/>
                <a:latin typeface="Segoe UI" panose="020B0502040204020203" pitchFamily="34" charset="0"/>
              </a:rPr>
              <a:t>Pythonic Idioms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D89EF-FECD-5F71-E250-F6E5D9554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Comprehensions over loops</a:t>
            </a:r>
          </a:p>
          <a:p>
            <a:r>
              <a:rPr lang="en-US" dirty="0"/>
              <a:t>Enumerate &amp; zip for indexing/pairs</a:t>
            </a:r>
          </a:p>
          <a:p>
            <a:r>
              <a:rPr lang="en-US" dirty="0"/>
              <a:t>Unpacking &amp; assignment expressions</a:t>
            </a:r>
          </a:p>
          <a:p>
            <a:pPr fontAlgn="t">
              <a:buFont typeface="Arial" panose="020B0604020202020204" pitchFamily="34" charset="0"/>
              <a:buChar char="•"/>
            </a:pPr>
            <a:r>
              <a:rPr lang="en-US" dirty="0"/>
              <a:t>Context managers (with) for resource handling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SG" b="0" i="0" dirty="0">
              <a:effectLst/>
              <a:latin typeface="Segoe UI" panose="020B0502040204020203" pitchFamily="34" charset="0"/>
            </a:endParaRP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746369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E345-F959-E175-50E5-4BF565839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b="0" i="0" dirty="0">
                <a:effectLst/>
                <a:latin typeface="Segoe UI" panose="020B0502040204020203" pitchFamily="34" charset="0"/>
              </a:rPr>
              <a:t>Data Handling &amp; I/O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EB62E-EC12-9A28-5706-4D93E49CB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SG" dirty="0"/>
              <a:t>Core types: str/list/</a:t>
            </a:r>
            <a:r>
              <a:rPr lang="en-SG" dirty="0" err="1"/>
              <a:t>dict</a:t>
            </a:r>
            <a:r>
              <a:rPr lang="en-SG" dirty="0"/>
              <a:t>/set</a:t>
            </a:r>
          </a:p>
          <a:p>
            <a:r>
              <a:rPr lang="en-SG" dirty="0"/>
              <a:t>File I/O &amp; </a:t>
            </a:r>
            <a:r>
              <a:rPr lang="en-SG" dirty="0" err="1"/>
              <a:t>pathlib</a:t>
            </a:r>
            <a:endParaRPr lang="en-SG" dirty="0"/>
          </a:p>
          <a:p>
            <a:r>
              <a:rPr lang="en-SG" dirty="0"/>
              <a:t>JSON &amp; simple API usage</a:t>
            </a:r>
          </a:p>
          <a:p>
            <a:r>
              <a:rPr lang="en-SG" dirty="0"/>
              <a:t>Optional: pandas for tabular data</a:t>
            </a:r>
          </a:p>
        </p:txBody>
      </p:sp>
    </p:spTree>
    <p:extLst>
      <p:ext uri="{BB962C8B-B14F-4D97-AF65-F5344CB8AC3E}">
        <p14:creationId xmlns:p14="http://schemas.microsoft.com/office/powerpoint/2010/main" val="3499251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1DF-A8DD-128A-69EA-2A08031B8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b="0" i="0" dirty="0">
                <a:effectLst/>
                <a:latin typeface="Segoe UI" panose="020B0502040204020203" pitchFamily="34" charset="0"/>
              </a:rPr>
              <a:t>OOP &amp; Advanced Features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81F31-6B8C-8E72-9F26-A3FDD883D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 vs </a:t>
            </a:r>
            <a:r>
              <a:rPr lang="en-US" dirty="0" err="1"/>
              <a:t>dataclasses</a:t>
            </a:r>
            <a:endParaRPr lang="en-US" dirty="0"/>
          </a:p>
          <a:p>
            <a:r>
              <a:rPr lang="en-US" dirty="0"/>
              <a:t>Type hints &amp; </a:t>
            </a:r>
            <a:r>
              <a:rPr lang="en-US" dirty="0" err="1"/>
              <a:t>mypy</a:t>
            </a:r>
            <a:endParaRPr lang="en-US" dirty="0"/>
          </a:p>
          <a:p>
            <a:r>
              <a:rPr lang="en-US" dirty="0"/>
              <a:t>Decorators &amp; context managers</a:t>
            </a:r>
          </a:p>
          <a:p>
            <a:r>
              <a:rPr lang="en-US" dirty="0"/>
              <a:t>Best practices for small libs</a:t>
            </a:r>
          </a:p>
        </p:txBody>
      </p:sp>
    </p:spTree>
    <p:extLst>
      <p:ext uri="{BB962C8B-B14F-4D97-AF65-F5344CB8AC3E}">
        <p14:creationId xmlns:p14="http://schemas.microsoft.com/office/powerpoint/2010/main" val="3948326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16C7-A346-F40B-7606-2FB7B4C3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b="0" i="0" dirty="0">
                <a:effectLst/>
                <a:latin typeface="Segoe UI" panose="020B0502040204020203" pitchFamily="34" charset="0"/>
              </a:rPr>
              <a:t>Tooling &amp; Wrap-up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25C10-BCF4-9A4C-FFDF-66C204C7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/>
            <a:r>
              <a:rPr lang="en-SG" dirty="0"/>
              <a:t>Virtual </a:t>
            </a:r>
            <a:r>
              <a:rPr lang="en-SG" dirty="0" err="1"/>
              <a:t>envs</a:t>
            </a:r>
            <a:r>
              <a:rPr lang="en-SG" dirty="0"/>
              <a:t> &amp; pip (setup_instructions.md)</a:t>
            </a:r>
          </a:p>
          <a:p>
            <a:pPr fontAlgn="t"/>
            <a:r>
              <a:rPr lang="en-SG" dirty="0"/>
              <a:t>Formatters &amp; linters: black, ruff</a:t>
            </a:r>
          </a:p>
          <a:p>
            <a:pPr fontAlgn="t"/>
            <a:r>
              <a:rPr lang="en-SG" dirty="0"/>
              <a:t>Type checking: </a:t>
            </a:r>
            <a:r>
              <a:rPr lang="en-SG" dirty="0" err="1"/>
              <a:t>mypy</a:t>
            </a:r>
            <a:r>
              <a:rPr lang="en-SG" dirty="0"/>
              <a:t>; </a:t>
            </a:r>
          </a:p>
          <a:p>
            <a:pPr fontAlgn="t"/>
            <a:r>
              <a:rPr lang="en-SG" dirty="0"/>
              <a:t>Testing: </a:t>
            </a:r>
            <a:r>
              <a:rPr lang="en-SG" dirty="0" err="1"/>
              <a:t>pytest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7142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212</Words>
  <Application>Microsoft Office PowerPoint</Application>
  <PresentationFormat>On-screen Show (4:3)</PresentationFormat>
  <Paragraphs>50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Python Workshop</vt:lpstr>
      <vt:lpstr>Goals</vt:lpstr>
      <vt:lpstr>Agenda</vt:lpstr>
      <vt:lpstr>Introduction &amp; Python Mindset</vt:lpstr>
      <vt:lpstr>Basics</vt:lpstr>
      <vt:lpstr>Pythonic Idioms</vt:lpstr>
      <vt:lpstr>Data Handling &amp; I/O</vt:lpstr>
      <vt:lpstr>OOP &amp; Advanced Features</vt:lpstr>
      <vt:lpstr>Tooling &amp; Wrap-up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Dolly Agarwal</cp:lastModifiedBy>
  <cp:revision>6</cp:revision>
  <dcterms:created xsi:type="dcterms:W3CDTF">2013-01-27T09:14:16Z</dcterms:created>
  <dcterms:modified xsi:type="dcterms:W3CDTF">2025-12-08T09:32:12Z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0c0be1-bb3d-41f4-a01f-ac7e5848c08e_Enabled">
    <vt:lpwstr>true</vt:lpwstr>
  </property>
  <property fmtid="{D5CDD505-2E9C-101B-9397-08002B2CF9AE}" pid="3" name="MSIP_Label_990c0be1-bb3d-41f4-a01f-ac7e5848c08e_SetDate">
    <vt:lpwstr>2025-12-08T09:27:13Z</vt:lpwstr>
  </property>
  <property fmtid="{D5CDD505-2E9C-101B-9397-08002B2CF9AE}" pid="4" name="MSIP_Label_990c0be1-bb3d-41f4-a01f-ac7e5848c08e_Method">
    <vt:lpwstr>Standard</vt:lpwstr>
  </property>
  <property fmtid="{D5CDD505-2E9C-101B-9397-08002B2CF9AE}" pid="5" name="MSIP_Label_990c0be1-bb3d-41f4-a01f-ac7e5848c08e_Name">
    <vt:lpwstr>Restricted</vt:lpwstr>
  </property>
  <property fmtid="{D5CDD505-2E9C-101B-9397-08002B2CF9AE}" pid="6" name="MSIP_Label_990c0be1-bb3d-41f4-a01f-ac7e5848c08e_SiteId">
    <vt:lpwstr>812b1e72-2671-4a1e-bc3f-0519db4e3723</vt:lpwstr>
  </property>
  <property fmtid="{D5CDD505-2E9C-101B-9397-08002B2CF9AE}" pid="7" name="MSIP_Label_990c0be1-bb3d-41f4-a01f-ac7e5848c08e_ActionId">
    <vt:lpwstr>639daa0d-0d90-4e9c-be8f-e88f1998c1cb</vt:lpwstr>
  </property>
  <property fmtid="{D5CDD505-2E9C-101B-9397-08002B2CF9AE}" pid="8" name="MSIP_Label_990c0be1-bb3d-41f4-a01f-ac7e5848c08e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SC-Restricted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SC-Restricted</vt:lpwstr>
  </property>
</Properties>
</file>